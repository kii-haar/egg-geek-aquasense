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BUSINESS MODEL CANVAS – AQUASENSE</a:t>
            </a:r>
          </a:p>
          <a:p>
            <a:pPr>
              <a:defRPr sz="1600"/>
            </a:pPr>
            <a:r>
              <a:t>Impact-Driven Smart Aquaculture Platform | HIROe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/>
            </a:pPr>
            <a:r>
              <a:t>KEY PARTNERS</a:t>
            </a:r>
          </a:p>
          <a:p>
            <a:pPr>
              <a:defRPr sz="1100"/>
            </a:pPr>
            <a:r>
              <a:t>• DKP &amp; Penyuluh</a:t>
            </a:r>
            <a:br/>
            <a:r>
              <a:t>• BUMDes &amp; Pokdakan</a:t>
            </a:r>
            <a:br/>
            <a:r>
              <a:t>• Kampus</a:t>
            </a:r>
            <a:br/>
            <a:r>
              <a:t>• Vendor IoT</a:t>
            </a:r>
            <a:br/>
            <a:r>
              <a:t>• CSR &amp; HIROe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1887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/>
            </a:pPr>
            <a:r>
              <a:t>KEY ACTIVITIES</a:t>
            </a:r>
          </a:p>
          <a:p>
            <a:pPr>
              <a:defRPr sz="1100"/>
            </a:pPr>
            <a:r>
              <a:t>• Monitoring 24/7</a:t>
            </a:r>
            <a:br/>
            <a:r>
              <a:t>• Analisis data</a:t>
            </a:r>
            <a:br/>
            <a:r>
              <a:t>• Alert dini</a:t>
            </a:r>
            <a:br/>
            <a:r>
              <a:t>• Instalasi &amp; maintenance</a:t>
            </a:r>
            <a:br/>
            <a:r>
              <a:t>• Edukasi petambak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1887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/>
            </a:pPr>
            <a:r>
              <a:t>KEY RESOURCES</a:t>
            </a:r>
          </a:p>
          <a:p>
            <a:pPr>
              <a:defRPr sz="1100"/>
            </a:pPr>
            <a:r>
              <a:t>• Sensor pH, DO, Suhu</a:t>
            </a:r>
            <a:br/>
            <a:r>
              <a:t>• IoT &amp; Solar Panel</a:t>
            </a:r>
            <a:br/>
            <a:r>
              <a:t>• Cloud &amp; WA Bot</a:t>
            </a:r>
            <a:br/>
            <a:r>
              <a:t>• Tim teknis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20040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/>
            </a:pPr>
            <a:r>
              <a:t>VALUE PROPOSITION (IMPACT)</a:t>
            </a:r>
          </a:p>
          <a:p>
            <a:pPr>
              <a:defRPr sz="1100"/>
            </a:pPr>
            <a:r>
              <a:t>• Cegah gagal panen</a:t>
            </a:r>
            <a:br/>
            <a:r>
              <a:t>• Kurangi kematian udang 30–50%</a:t>
            </a:r>
            <a:br/>
            <a:r>
              <a:t>• Selamatkan pendapatan</a:t>
            </a:r>
            <a:br/>
            <a:r>
              <a:t>• Tanpa jaga tambak 24 jam</a:t>
            </a:r>
            <a:br/>
            <a:r>
              <a:t>• Terjangkau UMKM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2004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/>
            </a:pPr>
            <a:r>
              <a:t>CUSTOMER RELATIONSHIP</a:t>
            </a:r>
          </a:p>
          <a:p>
            <a:pPr>
              <a:defRPr sz="1100"/>
            </a:pPr>
            <a:r>
              <a:t>• Pendampingan awal</a:t>
            </a:r>
            <a:br/>
            <a:r>
              <a:t>• Grup WhatsApp</a:t>
            </a:r>
            <a:br/>
            <a:r>
              <a:t>• Alert &amp; laporan</a:t>
            </a:r>
            <a:br/>
            <a:r>
              <a:t>• Support cepat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2004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/>
            </a:pPr>
            <a:r>
              <a:t>CHANNELS</a:t>
            </a:r>
          </a:p>
          <a:p>
            <a:pPr>
              <a:defRPr sz="1100"/>
            </a:pPr>
            <a:r>
              <a:t>• WhatsApp Bot</a:t>
            </a:r>
            <a:br/>
            <a:r>
              <a:t>• Android App</a:t>
            </a:r>
            <a:br/>
            <a:r>
              <a:t>• Dashboard Web</a:t>
            </a:r>
            <a:br/>
            <a:r>
              <a:t>• Penyuluh desa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539496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/>
            </a:pPr>
            <a:r>
              <a:t>CUSTOMER SEGMENTS</a:t>
            </a:r>
          </a:p>
          <a:p>
            <a:pPr>
              <a:defRPr sz="1100"/>
            </a:pPr>
            <a:r>
              <a:t>• Petambak udang UMKM</a:t>
            </a:r>
            <a:br/>
            <a:r>
              <a:t>• Tambak tradisional &amp; semi-intensif</a:t>
            </a:r>
            <a:br/>
            <a:r>
              <a:t>• Pokdakan &amp; BUMDes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539496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/>
            </a:pPr>
            <a:r>
              <a:t>COST STRUCTURE</a:t>
            </a:r>
          </a:p>
          <a:p>
            <a:pPr>
              <a:defRPr sz="1100"/>
            </a:pPr>
            <a:r>
              <a:t>• Produksi IoT</a:t>
            </a:r>
            <a:br/>
            <a:r>
              <a:t>• Server &amp; data</a:t>
            </a:r>
            <a:br/>
            <a:r>
              <a:t>• Tim &amp; operasional</a:t>
            </a:r>
            <a:br/>
            <a:r>
              <a:t>• Pelatihan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539496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/>
            </a:pPr>
            <a:r>
              <a:t>REVENUE STREAMS</a:t>
            </a:r>
          </a:p>
          <a:p>
            <a:pPr>
              <a:defRPr sz="1100"/>
            </a:pPr>
            <a:r>
              <a:t>• Langganan bulanan</a:t>
            </a:r>
            <a:br/>
            <a:r>
              <a:t>• Penjualan alat</a:t>
            </a:r>
            <a:br/>
            <a:r>
              <a:t>• Instalasi &amp; training</a:t>
            </a:r>
            <a:br/>
            <a:r>
              <a:t>• CSR &amp; institusi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