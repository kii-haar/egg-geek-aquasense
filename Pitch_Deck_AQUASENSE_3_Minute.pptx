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AQUASENSE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Aquaculture Monitoring Platform</a:t>
            </a:r>
          </a:p>
          <a:p>
            <a:r>
              <a:t>Mencegah Gagal Panen Tambak Udang</a:t>
            </a:r>
          </a:p>
          <a:p>
            <a:r>
              <a:t>HIROe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Gagal panen udang sering terjadi akibat perubahan kualitas air.</a:t>
            </a:r>
          </a:p>
          <a:p>
            <a:r>
              <a:t>Petambak tidak bisa memantau tambak 24 jam.</a:t>
            </a:r>
          </a:p>
          <a:p>
            <a:r>
              <a:t>Satu malam bisa menyebabkan kerugian jutaan rupiah.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Aceh punya potensi tambak udang besar.</a:t>
            </a:r>
          </a:p>
          <a:p>
            <a:r>
              <a:t>Sebagian besar masih UMKM.</a:t>
            </a:r>
          </a:p>
          <a:p>
            <a:r>
              <a:t>Teknologi monitoring masih mahal dan tidak ramah UMKM.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AQUASENSE memantau kualitas air 24/7.</a:t>
            </a:r>
          </a:p>
          <a:p>
            <a:r>
              <a:t>Notifikasi otomatis via WhatsApp saat kondisi berbahaya.</a:t>
            </a:r>
          </a:p>
          <a:p>
            <a:r>
              <a:t>Petambak bisa bertindak sebelum terlambat.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 IoT di tambak mengukur suhu, pH, DO, dan salinitas.</a:t>
            </a:r>
          </a:p>
          <a:p>
            <a:r>
              <a:t>Data dikirim ke cloud.</a:t>
            </a:r>
          </a:p>
          <a:p>
            <a:r>
              <a:t>Alert dikirim real-time ke petambak.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Perangkat IoT bertenaga surya.</a:t>
            </a:r>
          </a:p>
          <a:p>
            <a:r>
              <a:t>WhatsApp Bot.</a:t>
            </a:r>
          </a:p>
          <a:p>
            <a:r>
              <a:t>Dashboard Web &amp; Mobile.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Mengurangi risiko gagal panen hingga 30–50%.</a:t>
            </a:r>
          </a:p>
          <a:p>
            <a:r>
              <a:t>Hemat biaya dan waktu.</a:t>
            </a:r>
          </a:p>
          <a:p>
            <a:r>
              <a:t>Tenang tanpa harus jaga tambak 24 jam.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Pembudidaya udang UMKM.</a:t>
            </a:r>
          </a:p>
          <a:p>
            <a:r>
              <a:t>Kelompok pembudidaya &amp; BUMDes.</a:t>
            </a:r>
          </a:p>
          <a:p>
            <a:r>
              <a:t>Dinas Kelautan &amp; Perikanan.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Penjualan perangkat IoT.</a:t>
            </a:r>
          </a:p>
          <a:p>
            <a:r>
              <a:t>Langganan Rp50–75 ribu/bulan per tambak.</a:t>
            </a:r>
          </a:p>
          <a:p>
            <a:r>
              <a:t>CSR &amp; kemitraan institusi.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Pendapatan petambak meningkat.</a:t>
            </a:r>
          </a:p>
          <a:p>
            <a:r>
              <a:t>Produksi pangan lebih stabil.</a:t>
            </a:r>
          </a:p>
          <a:p>
            <a:r>
              <a:t>Mendukung SDGs Aceh (2, 8, 9, 14).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0–3 bulan: prototipe &amp; uji lab.</a:t>
            </a:r>
          </a:p>
          <a:p>
            <a:r>
              <a:t>4–6 bulan: pilot 10–20 tambak.</a:t>
            </a:r>
          </a:p>
          <a:p>
            <a:r>
              <a:t>7–12 bulan: scale up antar desa.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AQUASENSE mengubah budidaya udang</a:t>
            </a:r>
          </a:p>
          <a:p>
            <a:r>
              <a:t>dari berbasis intuisi</a:t>
            </a:r>
          </a:p>
          <a:p>
            <a:r>
              <a:t>menjadi berbasis data.</a:t>
            </a:r>
          </a:p>
          <a:p/>
          <a:p>
            <a:r>
              <a:t>Saatnya tambak lebih aman dan cerdas.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